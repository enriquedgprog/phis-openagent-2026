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5d3240fb847fc" /><Relationship Type="http://schemas.openxmlformats.org/officeDocument/2006/relationships/extended-properties" Target="/docProps/app.xml" Id="R8ba92dee3a6c42af" /><Relationship Type="http://schemas.openxmlformats.org/officeDocument/2006/relationships/officeDocument" Target="/ppt/presentation.xml" Id="Rbc267f49e77b41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a184553a841b4"/>
  </p:sldMasterIdLst>
  <p:notesMasterIdLst>
    <p:notesMasterId xmlns:r="http://schemas.openxmlformats.org/officeDocument/2006/relationships" r:id="Re3543e2aeccf41a7"/>
  </p:notesMasterIdLst>
  <p:sldIdLst>
    <p:sldId xmlns:r="http://schemas.openxmlformats.org/officeDocument/2006/relationships" id="256" r:id="Re1e5f3ff20b24488"/>
    <p:sldId xmlns:r="http://schemas.openxmlformats.org/officeDocument/2006/relationships" id="257" r:id="R73738a4dc22e4f30"/>
    <p:sldId xmlns:r="http://schemas.openxmlformats.org/officeDocument/2006/relationships" id="258" r:id="Rfe55e9f93c734107"/>
    <p:sldId xmlns:r="http://schemas.openxmlformats.org/officeDocument/2006/relationships" id="259" r:id="R9e10a6caa6a44936"/>
    <p:sldId xmlns:r="http://schemas.openxmlformats.org/officeDocument/2006/relationships" id="260" r:id="R39a007cf64624232"/>
    <p:sldId xmlns:r="http://schemas.openxmlformats.org/officeDocument/2006/relationships" id="261" r:id="Rb529f0eb74ea4c1c"/>
    <p:sldId xmlns:r="http://schemas.openxmlformats.org/officeDocument/2006/relationships" id="262" r:id="R3109705d9fb74130"/>
    <p:sldId xmlns:r="http://schemas.openxmlformats.org/officeDocument/2006/relationships" id="263" r:id="Ra7248442eb454325"/>
    <p:sldId xmlns:r="http://schemas.openxmlformats.org/officeDocument/2006/relationships" id="264" r:id="R7411bfb211cb438d"/>
    <p:sldId xmlns:r="http://schemas.openxmlformats.org/officeDocument/2006/relationships" id="265" r:id="Rf066cc4c788e4a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d9d2285a94620" /><Relationship Type="http://schemas.openxmlformats.org/officeDocument/2006/relationships/slideMaster" Target="/ppt/slideMasters/slideMaster1.xml" Id="R571a184553a841b4" /><Relationship Type="http://schemas.openxmlformats.org/officeDocument/2006/relationships/notesMaster" Target="/ppt/notesMasters/notesMaster1.xml" Id="Re3543e2aeccf41a7" /><Relationship Type="http://schemas.openxmlformats.org/officeDocument/2006/relationships/presProps" Target="/ppt/presProps.xml" Id="Rc8bd6e9d22134ec2" /><Relationship Type="http://schemas.openxmlformats.org/officeDocument/2006/relationships/tableStyles" Target="/ppt/tableStyles.xml" Id="R3c54a8d86ad84633" /><Relationship Type="http://schemas.openxmlformats.org/officeDocument/2006/relationships/slide" Target="/ppt/slides/slide1.xml" Id="Re1e5f3ff20b24488" /><Relationship Type="http://schemas.openxmlformats.org/officeDocument/2006/relationships/slide" Target="/ppt/slides/slide2.xml" Id="R73738a4dc22e4f30" /><Relationship Type="http://schemas.openxmlformats.org/officeDocument/2006/relationships/slide" Target="/ppt/slides/slide3.xml" Id="Rfe55e9f93c734107" /><Relationship Type="http://schemas.openxmlformats.org/officeDocument/2006/relationships/slide" Target="/ppt/slides/slide4.xml" Id="R9e10a6caa6a44936" /><Relationship Type="http://schemas.openxmlformats.org/officeDocument/2006/relationships/slide" Target="/ppt/slides/slide5.xml" Id="R39a007cf64624232" /><Relationship Type="http://schemas.openxmlformats.org/officeDocument/2006/relationships/slide" Target="/ppt/slides/slide6.xml" Id="Rb529f0eb74ea4c1c" /><Relationship Type="http://schemas.openxmlformats.org/officeDocument/2006/relationships/slide" Target="/ppt/slides/slide7.xml" Id="R3109705d9fb74130" /><Relationship Type="http://schemas.openxmlformats.org/officeDocument/2006/relationships/slide" Target="/ppt/slides/slide8.xml" Id="Ra7248442eb454325" /><Relationship Type="http://schemas.openxmlformats.org/officeDocument/2006/relationships/slide" Target="/ppt/slides/slide9.xml" Id="R7411bfb211cb438d" /><Relationship Type="http://schemas.openxmlformats.org/officeDocument/2006/relationships/slide" Target="/ppt/slides/slide10.xml" Id="Rf066cc4c788e4a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ce1cedc6646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ecb5345f404244" /><Relationship Type="http://schemas.openxmlformats.org/officeDocument/2006/relationships/notesMaster" Target="/ppt/notesMasters/notesMaster1.xml" Id="Refa66c6585d5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abe5cc92e34d21" /><Relationship Type="http://schemas.openxmlformats.org/officeDocument/2006/relationships/notesMaster" Target="/ppt/notesMasters/notesMaster1.xml" Id="R404d4b0652ae4f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3581c670e4b97" /><Relationship Type="http://schemas.openxmlformats.org/officeDocument/2006/relationships/notesMaster" Target="/ppt/notesMasters/notesMaster1.xml" Id="Rb8064bc810f04e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db0a7a1c74259" /><Relationship Type="http://schemas.openxmlformats.org/officeDocument/2006/relationships/notesMaster" Target="/ppt/notesMasters/notesMaster1.xml" Id="Rcc1a2015050c4b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81faebdbc44e23" /><Relationship Type="http://schemas.openxmlformats.org/officeDocument/2006/relationships/notesMaster" Target="/ppt/notesMasters/notesMaster1.xml" Id="R0cfd1f6a720144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7f660e05c04323" /><Relationship Type="http://schemas.openxmlformats.org/officeDocument/2006/relationships/notesMaster" Target="/ppt/notesMasters/notesMaster1.xml" Id="R46a2921524f24e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fd49bb471e4403" /><Relationship Type="http://schemas.openxmlformats.org/officeDocument/2006/relationships/notesMaster" Target="/ppt/notesMasters/notesMaster1.xml" Id="R7ce70c9183e049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7a965b613547f1" /><Relationship Type="http://schemas.openxmlformats.org/officeDocument/2006/relationships/notesMaster" Target="/ppt/notesMasters/notesMaster1.xml" Id="Rb2fa8c0b837349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49647f62194e66" /><Relationship Type="http://schemas.openxmlformats.org/officeDocument/2006/relationships/notesMaster" Target="/ppt/notesMasters/notesMaster1.xml" Id="R6651973871b146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7faac0bd2a4237" /><Relationship Type="http://schemas.openxmlformats.org/officeDocument/2006/relationships/notesMaster" Target="/ppt/notesMasters/notesMaster1.xml" Id="R09ea7c44e002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Track 02 selected by founder and confirmed eligible by organizer: https://github.com/EnriqueDGProg/PHIS-OpenAgent-2026/pull/25#issuecomment-6383697898 . All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positioning and target user are a proposal, not a clinical outcome. Official track wording: https://hackathon.genai.works/event/open-agent-hackathon-2026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https://github.com/EnriqueDGProg/PHIS-OpenAgent-2026/pull/33 . The result is observational; do not say a specific factor caused an energy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https://github.com/EnriqueDGProg/PHIS-OpenAgent-2026/pull/33 and https://github.com/EnriqueDGProg/PHIS-OpenAgent-2026/pull/35 . PR35 critique accepted evidence; no unproven replan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PREEXISTING PHIS Discovery modules were owner-authorized and released under MIT in PR33: https://github.com/EnriqueDGProg/PHIS-OpenAgent-2026/pull/33 . New orchestration, adapters, UI and synthetic validation were built during the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PR33 proof: https://github.com/EnriqueDGProg/PHIS-OpenAgent-2026/blob/fb806023a5fb7d84cba05e299b2384acfbb02250/docs/JUDGE_RELEASE_GATE_2026-10-24.md . Live browser run SYN-RUN-955581f5ca45, follow-up SYN-RUN-330c2e6006b2. Screenshot docs/evidence/judge-release-live-zetaris.png from earlier exact runtime SHA 588c4046aa22e2ea60f77046ed40de3ec52195b5.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hosted NVIDIA nvidia/nemotron-3.5-lightning-30b-a3b proof in PR35: https://github.com/EnriqueDGProg/PHIS-OpenAgent-2026/blob/815ac9ef426cd632732f7b7f22a3a200a025e3c5/docs/NEMOTRON_CONTRACT_RECOVERY_2026-10-24.md . v4 local synthetic run SYN-RUN-12a0a336e5cf, plan chatcmpl-f2bb11bd-fa90-49a7-839a-b195c8806a9e, critique chatcmpl-424b1863-d517-4b27-a3e5-9aa115e07699. Zetaris NOT_CONNECTED in this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Authentic images: docs/evidence/judge-release-live-zetaris.png and docs/evidence/judge-release-mobile-energy.png. Both documented in https://github.com/EnriqueDGProg/PHIS-OpenAgent-2026/blob/fb806023a5fb7d84cba05e299b2384acfbb02250/docs/JUDGE_RELEASE_GATE_2026-10-24.md . They are earlier PR33 evidence, not a claim that combined NVIDIA + live Zetaris was captured on final SHA.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source: https://github.com/EnriqueDGProg/PHIS-OpenAgent-2026/blob/fb806023a5fb7d84cba05e299b2384acfbb02250/docs/JUDGE_RELEASE_GATE_2026-10-24.md and image docs/evidence/judge-release-live-zetaris.png . Six variables × 180 days means 1,080 variable-day records, not 1,080 patients or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review deck, not evidence of HackOS submission. PR33 and PR35 proofs are separate: https://github.com/EnriqueDGProg/PHIS-OpenAgent-2026/pull/33 and https://github.com/EnriqueDGProg/PHIS-OpenAgent-2026/pull/35 . No Nightshift/Power/Runtime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4c6e7f3444a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931d7435948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4f1bb39304a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b9653dce043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f2971849b4d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b2e259736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B91C42-6D15-4322-8F3C-188769E8E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C63E8E-9A52-4821-9E8A-554E79CC73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1A6F5F-131B-4B65-B0FD-AB0505D8E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BB160-FF62-411B-BBFF-1067B94027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7C3745-4CEA-46EF-809B-43B81F4F83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C345A2-AB45-4725-9130-ECE93A6B3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77F624-F3E1-4054-9606-3647EFC73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977081-968E-4D05-8541-D4B6AE7FFF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9B91C7-7955-42F6-9EB6-D4DEE9DFD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609809-FC7F-4F1D-8D9F-8065E08899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535dc8e964c2c" /><Relationship Type="http://schemas.openxmlformats.org/officeDocument/2006/relationships/slideLayout" Target="/ppt/slideLayouts/slideLayout1.xml" Id="R5d02d9b08d514c54" /><Relationship Type="http://schemas.openxmlformats.org/officeDocument/2006/relationships/slideLayout" Target="/ppt/slideLayouts/slideLayout2.xml" Id="R4628e698b1c343c0" /><Relationship Type="http://schemas.openxmlformats.org/officeDocument/2006/relationships/slideLayout" Target="/ppt/slideLayouts/slideLayout3.xml" Id="R2ce79aef8e6747b9" /><Relationship Type="http://schemas.openxmlformats.org/officeDocument/2006/relationships/slideLayout" Target="/ppt/slideLayouts/slideLayout4.xml" Id="Rb2125bca77434620" /><Relationship Type="http://schemas.openxmlformats.org/officeDocument/2006/relationships/slideLayout" Target="/ppt/slideLayouts/slideLayout5.xml" Id="Re97b6770852a4cbe" /><Relationship Type="http://schemas.openxmlformats.org/officeDocument/2006/relationships/slideLayout" Target="/ppt/slideLayouts/slideLayout6.xml" Id="R0a8ce3422920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2d9b08d514c54"/>
    <p:sldLayoutId xmlns:r="http://schemas.openxmlformats.org/officeDocument/2006/relationships" id="2147483650" r:id="R4628e698b1c343c0"/>
    <p:sldLayoutId xmlns:r="http://schemas.openxmlformats.org/officeDocument/2006/relationships" id="2147483651" r:id="R2ce79aef8e6747b9"/>
    <p:sldLayoutId xmlns:r="http://schemas.openxmlformats.org/officeDocument/2006/relationships" id="2147483652" r:id="Rb2125bca77434620"/>
    <p:sldLayoutId xmlns:r="http://schemas.openxmlformats.org/officeDocument/2006/relationships" id="2147483653" r:id="Re97b6770852a4cbe"/>
    <p:sldLayoutId xmlns:r="http://schemas.openxmlformats.org/officeDocument/2006/relationships" id="2147483654" r:id="R0a8ce3422920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ef6f825b84ebe" /><Relationship Type="http://schemas.openxmlformats.org/officeDocument/2006/relationships/notesSlide" Target="/ppt/notesSlides/notesSlide1.xml" Id="Rec5989674b6642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81c3a0e664ba1" /><Relationship Type="http://schemas.openxmlformats.org/officeDocument/2006/relationships/notesSlide" Target="/ppt/notesSlides/notesSlide2.xml" Id="R2f81af2b18b046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aeb73cb9e4b4e" /><Relationship Type="http://schemas.openxmlformats.org/officeDocument/2006/relationships/notesSlide" Target="/ppt/notesSlides/notesSlide3.xml" Id="R8f06ed04b81342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bbdbecdc94e59" /><Relationship Type="http://schemas.openxmlformats.org/officeDocument/2006/relationships/notesSlide" Target="/ppt/notesSlides/notesSlide4.xml" Id="R38b08cacf60644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6c18254704364" /><Relationship Type="http://schemas.openxmlformats.org/officeDocument/2006/relationships/notesSlide" Target="/ppt/notesSlides/notesSlide5.xml" Id="R7122b60b40ad48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afdf941bd499b" /><Relationship Type="http://schemas.openxmlformats.org/officeDocument/2006/relationships/notesSlide" Target="/ppt/notesSlides/notesSlide6.xml" Id="Rfa40bd09047249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3541c2c104b17" /><Relationship Type="http://schemas.openxmlformats.org/officeDocument/2006/relationships/notesSlide" Target="/ppt/notesSlides/notesSlide7.xml" Id="R6d6a07ec493e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e7b0b53764df0" /><Relationship Type="http://schemas.openxmlformats.org/officeDocument/2006/relationships/image" Target="/ppt/media/image.jpeg" Id="Rbdb2708a15ca4fcd" /><Relationship Type="http://schemas.openxmlformats.org/officeDocument/2006/relationships/image" Target="/ppt/media/image2.jpeg" Id="R89361ecd53dc4843" /><Relationship Type="http://schemas.openxmlformats.org/officeDocument/2006/relationships/notesSlide" Target="/ppt/notesSlides/notesSlide8.xml" Id="R10469a68648b43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8845c2fd940f5" /><Relationship Type="http://schemas.openxmlformats.org/officeDocument/2006/relationships/notesSlide" Target="/ppt/notesSlides/notesSlide9.xml" Id="R9d904fe038ea41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0d88aa7a540ae" /><Relationship Type="http://schemas.openxmlformats.org/officeDocument/2006/relationships/notesSlide" Target="/ppt/notesSlides/notesSlide10.xml" Id="R6e72b659c56d4d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6D2BC-9F8E-410B-BFAC-1E56123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F35E0-99E1-48B2-BD87-B664C87E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157EA-E140-427B-A17A-7624295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CF1FE-5317-459C-B67B-B548B050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HAS MY ENERGY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CHANGED LATELY?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26C85-04B7-4E0F-AF79-ED691EEA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8D628-B4C6-49D8-B0F8-820985A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An evidence-centered agent that can show what it knows,</a:t>
            </a:r>
          </a:p>
          <a:p xmlns:a="http://schemas.openxmlformats.org/drawingml/2006/main">
            <a: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what it tested, and why it abstains.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F400F-733A-4E8B-9180-66971732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PHIS Open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5EEEC-3C87-4B40-B5DC-5D8DE511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synthetic data · source-linked evidence</a:t>
            </a:r>
          </a:p>
        </p:txBody>
      </p:sp>
    </p:spTree>
    <p:extLst>
      <p:ext uri="{BB962C8B-B14F-4D97-AF65-F5344CB8AC3E}">
        <p14:creationId xmlns:p14="http://schemas.microsoft.com/office/powerpoint/2010/main" val="771018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EF17D-1948-4AD6-A495-80D84CA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9CCE5-4D63-4CB2-9D12-2B6EB4C9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BB051-B176-45F2-B966-3083495E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CDC99-063A-48D5-8DC9-97A671E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01 / PROBLEM &amp;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8C8F0-07FD-4A96-A712-E44B123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 personal “why” question needs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A590A-A075-4DE6-AEEE-DE641C84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For a person reviewing changing energy, longitudinal records are incomplete and easy to overread.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FAFED-A4C8-47A7-B724-26B9C8E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813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854D0-BBEA-4CBA-80AE-E9C6E1F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962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D2EA2-F56B-4EE2-955F-4C3EC9D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Wants to understand a recent change without receiving an invented diagnosis.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45315-742C-4AD1-9B7D-85BB504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90850"/>
            <a:ext cx="33813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4DB4B-1ED1-411F-89B4-E810C4EB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09925"/>
            <a:ext cx="2962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DE86C-ED5A-48C1-92B5-26F07598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Scattered time series, missing days and tempting raw correlations obscure what is supportable.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0E6F5-0383-4CAC-B9E6-BFC8C616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39433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C9645-E51A-40AD-9540-0A2CF494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99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E18ED-284F-432B-AE70-2A83EAC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52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Show observation, tested association, uncertainty and source lineage in one investigation.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AEA0A-7053-47E1-92A5-8D6750E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BCA80-1BC2-4E69-BD65-7581F90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EAAD3-1BDD-4BC7-A245-F6C6B744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767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3DDC33-2F26-44FF-85E2-51E16CCE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62D50-3555-4AA8-992A-2ABF9770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381D1-7121-40B8-8391-D3963A23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800B8-066F-4DA5-9273-68FB0FB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02 /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98CCD-64E8-4F03-8DCA-DAB7D00C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PHIS turns a question into a bounded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3B475-1873-48C2-9751-9427E51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One longitudinal experience; every conclusion must survive the evidence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74920-3D91-4CE3-A838-BC0A7B8E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5668C-2D45-4E62-81E1-986D6B1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E057A-3A92-4D9B-B047-CF35B3E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447D1-999C-4729-B3E7-A1D7969A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time window, coverage and missing days are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64390-4505-4DF2-B2CD-7813A5C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1036C-C18B-46F2-90C2-0D3571C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6CEF4-A5BB-40B3-9EF9-71959A20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3E45D-9DCF-4216-A453-51D63EC0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Select tools and candidate families from the question and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1EE12-27DD-4B36-98A7-648DAE1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55A82-70C2-4595-AC07-05B0CEF9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813E0-3FD0-4A23-90E5-AD5D42C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2B11C-8EB2-4BBF-B048-3F7C3AF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Discovery evaluates frozen scientific gates and source links.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0AF36-52B1-4D7A-BADF-729BC1A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F0AC1-6BB4-475B-815C-EFD8F7C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C0823-0D9D-406D-9555-4F81C71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/ abstain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B6475-57C4-40B8-AD20-E7F93961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Return what is supportable and say what remains unknown.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E44E8-C31B-4111-9A59-AEB52A03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BE952-8675-4756-AE51-57EDB502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71F77-77AF-40B8-9A26-C4B817B5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7805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3C8E4-39DD-4558-8D7E-FDE3B16A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C392F-A04C-408B-BB2A-D6E4F2A8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BE44A-6248-459B-BD2B-A2F0F36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AFE57-7D06-4B7E-A5EF-D19B553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03 / GENUINE AGENTIC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E5E5C-6318-432C-913B-E6B523C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 decision loop with a scientific veto.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939CA-3DC0-40D6-9B37-97B63A8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The next step depends on question, coverage, tool result and persisted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7C3BE-1E76-4755-B93D-5B2C7C76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791A7-F1E1-4674-8B35-8A7C91CE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DEF3-C41C-4822-9350-834F25B7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Choose family and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29783-3B1E-4BCF-A5F2-139FF99A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490A0-A508-4115-99B1-82593B5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E91B2-51A8-4158-B2BF-6B1872E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Retrieve records and run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51846-58C5-4654-8BE6-1D1A9B0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FA140-131F-4472-9D11-F670F6A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5F2C1-1737-40CF-8E1F-58F16D89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Bind IDs to every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62B88-89B8-41BD-99F6-B78728C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6C31B-1824-4761-B089-1504913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21058-E705-4F5A-9307-1140FC7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Check gates and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49C70-1812-458F-8EBE-F459349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675F8-273F-45BA-B39E-8B894B1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4AC04-14C8-4D4F-98D2-C5006D2F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Explain bounded observations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22B60-FBDE-4D2B-9DB7-C738603B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4F59A-D2CD-4847-A50D-B37FDFB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C18A3-204D-4F0D-8E54-86B09C13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Stop on weak or failed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90156-DE18-46EE-B55B-C30648D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↳ Weak evidence triggers abstention; persisted World Model state changes a later follow-up.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4E82D-630C-4901-8D33-3F00632D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AFC58-598B-495A-83EC-D8C204C8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AD153-C7F4-4C64-B28A-C95FD50C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9037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5939B-1717-4DAF-9BA1-D4C46696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E4F05-30E7-4020-9E88-1FC429A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CF883-657C-405D-A6A8-E8C0A59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4B67B-A82F-42EF-B486-DE473FEB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04 / 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4C691-71B9-499D-B820-1D742EB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boundary between evidence and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127F1-815B-4AC9-9E97-E0EDBDF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UI renders a typed result; it does not compute scientific findings.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31D72-EBF2-4775-916D-6F7ECAFA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63C20-F0FC-4BB7-ABC0-245CB1FF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C485D-1F21-4BEA-800E-35BFEAB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&amp;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09748-86D3-48BD-AF3F-9A159BD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Synthetic typed records → Zetaris query IDs → immutable source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DC6E1-3480-4325-B496-D6AC556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286E3-F3A1-4841-A0FB-22FE1BC3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A1AD4-4128-4D62-9687-F2AF7B53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&amp; science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D52A4-FC86-404C-8B80-F29AF014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Planner and verifier call deterministic Discovery; World Model stores follow-up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03DE4-7C67-4E6A-8D5B-A62D02ED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D15B6-926B-4BE5-A0D3-CE2A43A8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4B8D7-7A35-4084-B8DE-C85ABA1D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AD09C-0F7F-4F10-B78B-8138AD0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API result → longitudinal view, evidence panel, uncertainty and abstention.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F9FAD-0A25-4AF1-B0DC-0C605803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Runtime boundary: no private health data • no fabricated sponsor response • no LLM-authored measurements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0D2BC-C941-4B72-A79C-BC817A7C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52E2D-0B46-42FE-A918-471217F7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E0F90-955C-4925-A78A-C42BACD2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4034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41C71-8AC2-438B-AB13-83693441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45F0E-D351-4287-8C9A-4D3BC438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2DE45-4E25-4D33-9BFF-9EA8A2A6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32107-97F7-456F-ADEE-4F3E7FC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05 / ZETARIS &amp; METERLESS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92279-43D7-451A-9593-1FBC175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Show what each sponsor actually does.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678D3-3999-4730-A32A-16113A4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A proof belongs to a specific run, source mode and time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D7310-F8BC-4F69-A0EA-F4ACAD2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57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BBA19-1F8C-4EAC-8FAC-7C54718F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97AC8-5A3A-42B1-8F33-0128A0F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83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FAEEF-209C-4DBE-974C-975F4E6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VERIFIED LIVE in PR33: authenticated local query, six pages and 1,080 fictional source records. This is a separate run from the NVIDIA receipt.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BD627-9A88-453D-ABB5-316B82A8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5543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26973-037B-4383-BA9B-53E1100A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2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MEMORY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F8F54-2DEC-4B16-AE0D-E8F4E3E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2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Meterless World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169FB-D312-4954-84B4-1BD495BA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244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VERIFIED Engine: evidence persists; a follow-up reads prior state and selects sleep. This is not Power, Runtime or Nightshift.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45A93-0F28-457F-828E-10CEBA9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BB598-37B0-4B4A-BDB1-0B5BAB17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A1DEA-C6BB-40DE-8457-52297CA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1789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7A3B1-DDD0-4396-A273-423FDC5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29CBF-25E6-4F31-BB66-01DA0BD8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60BD6-792B-4FA6-95BD-58B0BEB9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CB521-860B-406E-9793-4D65E12B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06 / UNIQUE SPONSOR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3BA5B-523D-4AA2-87C8-30714696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lineage meets persistent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C4DEF-1FA8-437F-B952-7699304D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meaningful combination is auditability across steps, not a list of logos.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A4547-CD47-4C07-854F-CD28D2C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SOURCE-BOUND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7E6F7-0A44-4AD5-B33D-F9F96DF2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retrieved row has a source ID. A scientific child has a plan and family ID. The final statement must cite the evidence that generated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9E1DE-7921-44B0-9F13-A170DCF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00375"/>
            <a:ext cx="95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402F6-617E-44AA-9351-FBFF5BA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STATE-DEPENDENT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9F4C4-51D2-493A-B226-BF04141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World Model event survives the first run. A subsequent question reads that event and selects different work—visible in the trace.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95681-3A4E-4EBE-9D51-D008BAE0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5AD79"/>
                </a:solidFill>
                <a:latin typeface="Arial"/>
                <a:ea typeface="Arial"/>
                <a:cs typeface="Arial"/>
              </a:rPr>
              <a:t>NVIDIA Lightning: genuine direct PLAN + CRITIQUE in local synthetic v4; not Meterless Power.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5DF6C-412B-47F9-9BD4-C75F1EC3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10435-DE02-4F23-83C6-6E883189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A44C0-BA9A-4946-AD1F-22330257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6050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AECCC-1FED-4B71-AC14-878F0D9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1D666-3949-41F6-B47E-55D5C8A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61CB3-0FA2-4A22-AD9E-9356DB0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72692-3607-4F53-8F07-BB325BC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07 / PRODUCT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22980-9044-4BAC-8189-276527C4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An actual investigation, visible on screen.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693ED-0D8A-4A0B-BA85-6ACDB5C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Authentic PR33 Chrome captures; live Zetaris desktop and local synthetic mobile.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C05C-D020-4ECE-86A2-E952F1A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72009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C334A-70CE-4FA6-B3D6-09530231E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2708a15ca4fcd"/>
          <a:stretch xmlns:a="http://schemas.openxmlformats.org/drawingml/2006/main"/>
        </p:blipFill>
        <p:spPr>
          <a:xfrm xmlns:a="http://schemas.openxmlformats.org/drawingml/2006/main">
            <a:off x="1422080" y="2990850"/>
            <a:ext cx="5499739" cy="2609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6A9FF-27F5-4F45-8E9A-71D6065E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6004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B5FD1-4BD4-4A82-A332-ED4694A81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61ecd53dc4843"/>
          <a:stretch xmlns:a="http://schemas.openxmlformats.org/drawingml/2006/main"/>
        </p:blipFill>
        <p:spPr>
          <a:xfrm xmlns:a="http://schemas.openxmlformats.org/drawingml/2006/main">
            <a:off x="9217631" y="2990850"/>
            <a:ext cx="1205288" cy="2609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7DEFA-936E-4FFE-B789-22EDBC27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LIVE ZETARIS · EARLIER PR33 SHA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799BB-54F7-4770-8201-F81B5B14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57875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LOCAL · EARLIER PR33 SHA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A98B9-9E3F-4DA7-A073-E84828D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BE87F-ABF8-4A0F-B21B-45E7727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2AA0D-4A08-4095-B4FC-ECCCB5A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2748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CCDAB-1A94-4D24-9FA3-FB0F62F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522F9-C41A-4FE7-9A7E-0E677678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4AB93-8781-446A-AFEE-7BB4E6ED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FD1DE-4BAE-49E9-B9E0-F6E7839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EVIDENCE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15CA1-2D78-4B00-9255-076934E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Association is not explanation by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37DD2-B7AB-497C-9813-F080D964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180-day fictional run exposes coverage, gates and source IDs.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D2829-A301-4055-9742-5AF439CE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17CFA-73FC-439C-AD7E-5EE3C9D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1C57B-3B91-4AA9-9AD5-CA1D011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180-day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0B9B7-9177-4F06-B37A-705BB4F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1,080 fictional variable-day records; 170/180 observed energy days in the documented Chrome run.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A3A9D-A0B2-4E35-9E0E-BA1CD8A2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2B31A-8E63-4936-A823-BC0DC4F4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5E4A9-0762-4B59-8E02-77210CE8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Scientific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FFA34-AB39-43BD-BCDD-79056FB7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Discovery reports qualified same-day associations, with source IDs and coverage; association is not cause.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CA8A8-9AC1-49F5-9E07-2EBF561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4154A-638F-46E3-820B-D2EC4236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SCOPE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8AEBC-10E5-4856-A918-C9212010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03F6B-17A6-422A-9804-489057E1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28-day mean rose about 0.35/10. A different longer comparison can differ; no diagnosis follows.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3B0B9-0715-49A4-81DC-6F3FD875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E5A3A-209C-44EF-A9D8-1F6B4921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A79C2-1DD4-4FB4-B140-7160717C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9737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9A79C-6F03-4480-AF5B-A882520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FC904-3BA0-4E4A-A347-F5CCA07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B34D-A173-42AE-BDA5-97082A1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11603-15F5-4179-9D08-700A722D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08 / ROADMAP &amp;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D4523-FD19-49D9-81A6-6FD72A78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From inspectable prototype to consented insight.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C3411-6A50-4EA0-A082-A5B10DC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The promise is better questions and clearer limits—not a clinical outcome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C07E9-726C-4C84-8C59-C820FFFD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4149D-ADB2-4ED4-9A37-2D9EA775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57525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76627-5EB5-4566-9290-24659D7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Synthetic 180-day investigation, source lineage, World Model follow-up and honest abstention.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CE934-72A7-4203-8DE5-B182980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4398"/>
          </a:bodyPr>
          <a:lstStyle xmlns:a="http://schemas.openxmlformats.org/drawingml/2006/main">
            <a:def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PROVEN SEPARATELY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AB74E-F0BA-4226-9BF1-57F72CE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8145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F8425-FC4B-4B6B-A6E9-F8B6A0A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PR33 live Zetaris; PR35 direct hosted NVIDIA planning and critique.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C75C2-31D6-400C-A1C1-E69EB0C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ACC39-7C10-46D3-A946-3709661B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05375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401D0-8570-4B6D-A4CA-4C0FC0E1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291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Consented ingestion, privacy controls and prospective usefulness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32505-FE06-4B64-97DD-5A38B1E0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Next gate: final SHA, recorded video and anonymous link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84207-DD01-43A1-8491-06F0B63D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DAE45-93E8-4B73-8A54-ECA8D9F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11B38-A319-488A-A8DE-745CFD6D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3370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2026-10-24T12:44:57.0690000Z</dcterms:created>
  <dcterms:modified xsi:type="dcterms:W3CDTF">2026-10-24T12:44:57.0690000Z</dcterms:modified>
</coreProperties>
</file>