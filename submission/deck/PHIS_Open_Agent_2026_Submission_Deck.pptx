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f38b1685264d7f" /><Relationship Type="http://schemas.openxmlformats.org/officeDocument/2006/relationships/extended-properties" Target="/docProps/app.xml" Id="Rd2785fb7af844c45" /><Relationship Type="http://schemas.openxmlformats.org/officeDocument/2006/relationships/officeDocument" Target="/ppt/presentation.xml" Id="Redb774cc56194c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7545ba2859499f"/>
  </p:sldMasterIdLst>
  <p:notesMasterIdLst>
    <p:notesMasterId xmlns:r="http://schemas.openxmlformats.org/officeDocument/2006/relationships" r:id="R46258462b9764846"/>
  </p:notesMasterIdLst>
  <p:sldIdLst>
    <p:sldId xmlns:r="http://schemas.openxmlformats.org/officeDocument/2006/relationships" id="256" r:id="Rf291dab7d72349b0"/>
    <p:sldId xmlns:r="http://schemas.openxmlformats.org/officeDocument/2006/relationships" id="257" r:id="R6c7c6e7a54d847b1"/>
    <p:sldId xmlns:r="http://schemas.openxmlformats.org/officeDocument/2006/relationships" id="258" r:id="Rba6d5b9ec9bb4495"/>
    <p:sldId xmlns:r="http://schemas.openxmlformats.org/officeDocument/2006/relationships" id="259" r:id="R71563d0b34ac49ed"/>
    <p:sldId xmlns:r="http://schemas.openxmlformats.org/officeDocument/2006/relationships" id="260" r:id="Ref0d6ac85ec74c03"/>
    <p:sldId xmlns:r="http://schemas.openxmlformats.org/officeDocument/2006/relationships" id="261" r:id="Rdabaa4b07b474a4f"/>
    <p:sldId xmlns:r="http://schemas.openxmlformats.org/officeDocument/2006/relationships" id="262" r:id="R8a72d7e2e2e241ab"/>
    <p:sldId xmlns:r="http://schemas.openxmlformats.org/officeDocument/2006/relationships" id="263" r:id="R576315d4aea54fdd"/>
    <p:sldId xmlns:r="http://schemas.openxmlformats.org/officeDocument/2006/relationships" id="264" r:id="R68c26f579d7c4029"/>
    <p:sldId xmlns:r="http://schemas.openxmlformats.org/officeDocument/2006/relationships" id="265" r:id="R619b951efb894e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045b0b0b584ffc" /><Relationship Type="http://schemas.openxmlformats.org/officeDocument/2006/relationships/slideMaster" Target="/ppt/slideMasters/slideMaster1.xml" Id="Rf07545ba2859499f" /><Relationship Type="http://schemas.openxmlformats.org/officeDocument/2006/relationships/notesMaster" Target="/ppt/notesMasters/notesMaster1.xml" Id="R46258462b9764846" /><Relationship Type="http://schemas.openxmlformats.org/officeDocument/2006/relationships/presProps" Target="/ppt/presProps.xml" Id="Rf2827129e82743e6" /><Relationship Type="http://schemas.openxmlformats.org/officeDocument/2006/relationships/tableStyles" Target="/ppt/tableStyles.xml" Id="R1c938ef79d584d8c" /><Relationship Type="http://schemas.openxmlformats.org/officeDocument/2006/relationships/slide" Target="/ppt/slides/slide1.xml" Id="Rf291dab7d72349b0" /><Relationship Type="http://schemas.openxmlformats.org/officeDocument/2006/relationships/slide" Target="/ppt/slides/slide2.xml" Id="R6c7c6e7a54d847b1" /><Relationship Type="http://schemas.openxmlformats.org/officeDocument/2006/relationships/slide" Target="/ppt/slides/slide3.xml" Id="Rba6d5b9ec9bb4495" /><Relationship Type="http://schemas.openxmlformats.org/officeDocument/2006/relationships/slide" Target="/ppt/slides/slide4.xml" Id="R71563d0b34ac49ed" /><Relationship Type="http://schemas.openxmlformats.org/officeDocument/2006/relationships/slide" Target="/ppt/slides/slide5.xml" Id="Ref0d6ac85ec74c03" /><Relationship Type="http://schemas.openxmlformats.org/officeDocument/2006/relationships/slide" Target="/ppt/slides/slide6.xml" Id="Rdabaa4b07b474a4f" /><Relationship Type="http://schemas.openxmlformats.org/officeDocument/2006/relationships/slide" Target="/ppt/slides/slide7.xml" Id="R8a72d7e2e2e241ab" /><Relationship Type="http://schemas.openxmlformats.org/officeDocument/2006/relationships/slide" Target="/ppt/slides/slide8.xml" Id="R576315d4aea54fdd" /><Relationship Type="http://schemas.openxmlformats.org/officeDocument/2006/relationships/slide" Target="/ppt/slides/slide9.xml" Id="R68c26f579d7c4029" /><Relationship Type="http://schemas.openxmlformats.org/officeDocument/2006/relationships/slide" Target="/ppt/slides/slide10.xml" Id="R619b951efb894e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7a8df694c84d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d558cdfd4545eb" /><Relationship Type="http://schemas.openxmlformats.org/officeDocument/2006/relationships/notesMaster" Target="/ppt/notesMasters/notesMaster1.xml" Id="R3a12e8c8da2e41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c63b2012b54786" /><Relationship Type="http://schemas.openxmlformats.org/officeDocument/2006/relationships/notesMaster" Target="/ppt/notesMasters/notesMaster1.xml" Id="Re7bc0fadd6324d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cf26498a7e4fe7" /><Relationship Type="http://schemas.openxmlformats.org/officeDocument/2006/relationships/notesMaster" Target="/ppt/notesMasters/notesMaster1.xml" Id="R91ff77d309f945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3716f43bdc4e1a" /><Relationship Type="http://schemas.openxmlformats.org/officeDocument/2006/relationships/notesMaster" Target="/ppt/notesMasters/notesMaster1.xml" Id="R69b03f0bbac946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f1a236ba3b4722" /><Relationship Type="http://schemas.openxmlformats.org/officeDocument/2006/relationships/notesMaster" Target="/ppt/notesMasters/notesMaster1.xml" Id="R0f1175d30d6943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f1f173053f48b0" /><Relationship Type="http://schemas.openxmlformats.org/officeDocument/2006/relationships/notesMaster" Target="/ppt/notesMasters/notesMaster1.xml" Id="Ra7ed1d82e4fd42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929619bef14770" /><Relationship Type="http://schemas.openxmlformats.org/officeDocument/2006/relationships/notesMaster" Target="/ppt/notesMasters/notesMaster1.xml" Id="R15db7c3403724f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676e6a8ee74d94" /><Relationship Type="http://schemas.openxmlformats.org/officeDocument/2006/relationships/notesMaster" Target="/ppt/notesMasters/notesMaster1.xml" Id="Rea9ca2e7f7d843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42be06f7714c71" /><Relationship Type="http://schemas.openxmlformats.org/officeDocument/2006/relationships/notesMaster" Target="/ppt/notesMasters/notesMaster1.xml" Id="R7f8ab89731664b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0123300ba94d8a" /><Relationship Type="http://schemas.openxmlformats.org/officeDocument/2006/relationships/notesMaster" Target="/ppt/notesMasters/notesMaster1.xml" Id="Rdbc5dd62b60847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https://hackathon.genai.works/event/open-agent-hackathon-2026 ; https://github.com/EnriqueDGProg/PHIS-OpenAgent-2026/issues/1 . The track is a proposal, not final. Synthetic data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positioning and target user are a proposal, not a clinical outcome. Official track wording: https://hackathon.genai.works/event/open-agent-hackathon-2026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https://github.com/EnriqueDGProg/PHIS-OpenAgent-2026/pull/13 and /pull/18 . Do not say a specific factor caused an energy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https://github.com/EnriqueDGProg/PHIS-OpenAgent-2026/pull/13 ; https://github.com/EnriqueDGProg/PHIS-OpenAgent-2026/pull/18 . Use executed trace in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https://github.com/EnriqueDGProg/PHIS-OpenAgent-2026/pull/13 and /pull/18 . Private Discovery remains local-only pending https://github.com/EnriqueDGProg/PHIS-OpenAgent-2026/pull/22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https://github.com/EnriqueDGProg/PHIS-OpenAgent-2026/pull/13 ; https://github.com/EnriqueDGProg/PHIS-OpenAgent-2026/pull/18 ; authenticated HackOS checklist https://hackathon.genai.works/resources?id=01a08ff1-54d4-7755-a317-3c4167175ef8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https://github.com/EnriqueDGProg/PHIS-OpenAgent-2026/pull/13 ; issue audit https://github.com/EnriqueDGProg/PHIS-OpenAgent-2026/issues/1#issuecomment-6368899368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intentionally omitted. PR #23 real Chrome desktop/mobile QA pending per https://github.com/EnriqueDGProg/PHIS-OpenAgent-2026/issues/1#issuecomment-6369620404 . Do not substitute older fallback captures.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https://github.com/EnriqueDGProg/PHIS-OpenAgent-2026/pull/18 ; https://github.com/EnriqueDGProg/PHIS-OpenAgent-2026/pull/21 ; issue audit https://github.com/EnriqueDGProg/PHIS-OpenAgent-2026/issues/1#issuecomment-6368899368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is aspirational. Current gates: https://github.com/EnriqueDGProg/PHIS-OpenAgent-2026/issues/1#issuecomment-6369620404 ; https://github.com/EnriqueDGProg/PHIS-OpenAgent-2026/pull/22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4bc35b6484c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7a5582bff4f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a57e0b96141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e50d7499cb43d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3cfe3a0e4841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d218784f6147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7249D8-379A-4CFF-B359-91F3CA7571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214AC15-BEDE-45D2-86CD-4F3250E8C3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2B6DEB-6606-44D4-9BDC-591E8C7A50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9BAD35-A501-4496-9CF1-5C409FA02C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0A0779-2024-4F13-B1EA-3FAB468370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D74FC7-F2A7-4B63-87A6-F43BFC4D3B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0352AE-AD16-4367-ACED-E156D10FD4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A41005D-8247-426E-B2D0-C8F1A66C02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F2B23C-0F01-4B07-AE64-E7CD31BA2D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80B081-CE10-4E4C-B9AE-786F5CEDA3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79b0f403634bd5" /><Relationship Type="http://schemas.openxmlformats.org/officeDocument/2006/relationships/slideLayout" Target="/ppt/slideLayouts/slideLayout1.xml" Id="R902a78d531fe4f6b" /><Relationship Type="http://schemas.openxmlformats.org/officeDocument/2006/relationships/slideLayout" Target="/ppt/slideLayouts/slideLayout2.xml" Id="Ra257bd11045d4e07" /><Relationship Type="http://schemas.openxmlformats.org/officeDocument/2006/relationships/slideLayout" Target="/ppt/slideLayouts/slideLayout3.xml" Id="R4f8935e37b8e475d" /><Relationship Type="http://schemas.openxmlformats.org/officeDocument/2006/relationships/slideLayout" Target="/ppt/slideLayouts/slideLayout4.xml" Id="R46cdf6c696994b1e" /><Relationship Type="http://schemas.openxmlformats.org/officeDocument/2006/relationships/slideLayout" Target="/ppt/slideLayouts/slideLayout5.xml" Id="R3cd9f3b3de534895" /><Relationship Type="http://schemas.openxmlformats.org/officeDocument/2006/relationships/slideLayout" Target="/ppt/slideLayouts/slideLayout6.xml" Id="Re038bce6192b43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2a78d531fe4f6b"/>
    <p:sldLayoutId xmlns:r="http://schemas.openxmlformats.org/officeDocument/2006/relationships" id="2147483650" r:id="Ra257bd11045d4e07"/>
    <p:sldLayoutId xmlns:r="http://schemas.openxmlformats.org/officeDocument/2006/relationships" id="2147483651" r:id="R4f8935e37b8e475d"/>
    <p:sldLayoutId xmlns:r="http://schemas.openxmlformats.org/officeDocument/2006/relationships" id="2147483652" r:id="R46cdf6c696994b1e"/>
    <p:sldLayoutId xmlns:r="http://schemas.openxmlformats.org/officeDocument/2006/relationships" id="2147483653" r:id="R3cd9f3b3de534895"/>
    <p:sldLayoutId xmlns:r="http://schemas.openxmlformats.org/officeDocument/2006/relationships" id="2147483654" r:id="Re038bce6192b43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6c7f47aa74677" /><Relationship Type="http://schemas.openxmlformats.org/officeDocument/2006/relationships/notesSlide" Target="/ppt/notesSlides/notesSlide1.xml" Id="R61a7eb0ec33a47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fa2ccd70da462e" /><Relationship Type="http://schemas.openxmlformats.org/officeDocument/2006/relationships/notesSlide" Target="/ppt/notesSlides/notesSlide2.xml" Id="R55e0602180b745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5bd1c6d3e6433d" /><Relationship Type="http://schemas.openxmlformats.org/officeDocument/2006/relationships/notesSlide" Target="/ppt/notesSlides/notesSlide3.xml" Id="Rd5bc24c0249c45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f13b0c409349f0" /><Relationship Type="http://schemas.openxmlformats.org/officeDocument/2006/relationships/notesSlide" Target="/ppt/notesSlides/notesSlide4.xml" Id="Redabcad00fa345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d9a60e975c4f62" /><Relationship Type="http://schemas.openxmlformats.org/officeDocument/2006/relationships/notesSlide" Target="/ppt/notesSlides/notesSlide5.xml" Id="Rf5ab42e865074d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4e1c4414ce4a8d" /><Relationship Type="http://schemas.openxmlformats.org/officeDocument/2006/relationships/notesSlide" Target="/ppt/notesSlides/notesSlide6.xml" Id="Rf07097272a7546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d35b956ceb4795" /><Relationship Type="http://schemas.openxmlformats.org/officeDocument/2006/relationships/notesSlide" Target="/ppt/notesSlides/notesSlide7.xml" Id="R71d5c077137c4d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5724fc96fd43ab" /><Relationship Type="http://schemas.openxmlformats.org/officeDocument/2006/relationships/notesSlide" Target="/ppt/notesSlides/notesSlide8.xml" Id="R4dc4bac3173349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3aafbddc154d60" /><Relationship Type="http://schemas.openxmlformats.org/officeDocument/2006/relationships/notesSlide" Target="/ppt/notesSlides/notesSlide9.xml" Id="Re6909fb43f2c42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f1ed3a7ba4643" /><Relationship Type="http://schemas.openxmlformats.org/officeDocument/2006/relationships/notesSlide" Target="/ppt/notesSlides/notesSlide10.xml" Id="R5e549fc7cc574d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E4FB8-579D-43A9-A78F-38FB7E27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97983-C00D-466C-9967-E3E36CCB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SYNTHETIC DEMO  •  DRAFT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298EE-C894-4FD2-BA97-C127F3B2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7313D8-9FEC-4D5F-852D-26D93310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HAS MY ENERGY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CHANGED LATELY?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7AF11-3C44-4D5A-8607-412EE214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14573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1D7AF-9334-4700-B5C0-12E2B13D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1000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An evidence-centered agent that can show what it knows,</a:t>
            </a:r>
          </a:p>
          <a:p xmlns:a="http://schemas.openxmlformats.org/drawingml/2006/main">
            <a:pPr algn="l">
              <a:defRPr sz="20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what it tested, and why it abstains.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15435-5E9D-4BDE-8C0A-D124663E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5476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PHIS Open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4DD9D-E120-443B-B4F4-66A43D60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388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Track proposal pending founder selection</a:t>
            </a:r>
          </a:p>
        </p:txBody>
      </p:sp>
    </p:spTree>
    <p:extLst>
      <p:ext uri="{BB962C8B-B14F-4D97-AF65-F5344CB8AC3E}">
        <p14:creationId xmlns:p14="http://schemas.microsoft.com/office/powerpoint/2010/main" val="1576134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CEE507-DA56-4681-85DE-C0F320B7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C083F-74E2-4DA8-AE62-5420FCF0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SYNTHETIC DEMO  •  DRAFT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34DA7-E07B-4A93-ADBE-F5007E0F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0DEDA-3BFA-4BDD-8035-E4BBD3C5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01 / PROBLEM &amp; USERS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5CAFC0-8E39-4BE4-82B9-9759F7AA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A personal “why” question needs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A94AA-8874-4CA1-8318-0521E037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For a person reviewing changing energy, longitudinal records are incomplete and easy to overread.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233B3-4F2D-4B4C-8E9E-8AFC4119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338137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684E4-65EB-4505-A65F-DF73B331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2962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The 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E07DB-8754-4D71-B8FB-E4A5C7FF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9622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Wants to understand a recent change without receiving an invented diagnosis.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D8200-7AF4-4914-92EA-D8F8A293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990850"/>
            <a:ext cx="3381375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172FD-BF92-4303-B8D7-19CCFE37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09925"/>
            <a:ext cx="2962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The friction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9883C-4AFC-4DBE-86EB-1064C51E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33800"/>
            <a:ext cx="29622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Scattered time series, missing days and tempting raw correlations obscure what is supportable.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4E874-B940-45A4-B6ED-D57607F9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90850"/>
            <a:ext cx="394335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84D18-7C1E-460C-B8D3-D7A33891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09925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The standard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7755E-7438-4885-A61A-9A4ADBA1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3524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Show observation, tested association, uncertainty and source lineage in one investigation.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DD774-61AF-49BC-87C2-A45C64F5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043364-E793-491E-BD4A-94C19B9B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PROPOSED TRACK · THE AGENT THAT CAN EXPLAIN WHY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CF45F-FFFF-4070-B4C5-F8FACA69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31083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1639CD-DE2F-4D8F-AA35-EC3A60B1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E207F-7957-431F-A1C0-F831E154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SYNTHETIC DEMO  •  DRAFT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9E328-8F45-4AF2-82C2-13FBA2DF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2A57B-84BC-46B4-A437-A63E2425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02 / SOLUTION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ED534-763F-4501-A7CA-F76F86A4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PHIS turns a question into a bounded investigation.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BD611-D3A1-4E90-9FEE-DF0A0D6D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One longitudinal experience; every conclusion must survive the evidence gate.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785A0-2BBC-4AB5-A33D-50D31E6E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FB93D-CEE7-4EEB-8F08-FCDAECDC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51516-61C7-4EE1-AD9D-38F4E9C1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502AA-69F2-4ABB-8B13-EC31F9FA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The time window, coverage and missing days are explicit.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142A5-C343-416A-872D-FD1069A9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718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7B1389-E42A-4558-AC63-61B2B50F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528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935CC-2100-4DB0-ABE7-5A0A35E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71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36B8A-C715-4CC0-923E-0534F6C3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6245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Select tools and candidate families from the question and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D2FC5-2A01-4E6F-8266-463C23BC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859A9-747E-45BA-8C04-D145BA8B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528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9C18A8-CAD6-4DF2-BEC8-49D83957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71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FA62D-98B1-4EB7-9908-50904F82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6245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Discovery evaluates frozen scientific gates and source links.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F9966-5EDD-43D6-A452-868B16C7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71800"/>
            <a:ext cx="252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44C732-670B-4CF0-9C89-A8B34CEE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52825"/>
            <a:ext cx="2352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635615-AC46-4E19-870E-D9F804D6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719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/ abstain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8F118-26A2-45AA-B718-71B96069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6245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Return what is supportable and say what remains unknown.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FCC39-E714-45EC-9BDB-BCB255C5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A9C03E-91D1-4B36-BD0F-016DA2D1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PROPOSED TRACK · THE AGENT THAT CAN EXPLAIN WHY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8A67BC-AB3B-4716-B7F9-A73A70F1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89877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E3CF9A-ABE5-4957-9AC8-CC6D34C1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DDBBF-5B0B-4CB8-BC32-1CCA1558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SYNTHETIC DEMO  •  DRAFT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9C7BC-21AA-4F5D-8182-E40871B9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3A26F-C9BC-4516-9799-DEBB7B02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03 / GENUINE AGENTIC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0AC4E-1A8F-4120-AA5B-B5401C9E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A decision loop with a scientific veto.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A3F29-7019-4E67-8226-6A9C274A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The next step depends on question, coverage, tool result and persisted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F494A-B6BD-4F2C-A9BF-8CB036A1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C908A-468E-496D-A38F-0DC105B8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260262-3ADF-4795-9F96-585F1350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Choose family and window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B76F1-2A4B-4953-9C1B-8CE7E058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9560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A293D-E96E-4B4C-A352-7399156B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TOOLS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79524-9E8D-44F1-8F32-5D781718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432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Retrieve records and run 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C8729-1747-4A2A-9E94-71172A63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AEA8F-1B17-4E4D-83CD-C67E3B98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F2AB0-7055-4C7F-9E90-5CD316F6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4327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Bind IDs to every candidate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FEA218-8848-4F85-A859-51A2365C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02695-BDF1-45C4-94D0-B2736BDD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D8F4F-77BC-4F8E-B8B6-B6C09306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392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Check gates and provenance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24E842-8BCF-479A-95A4-61076F9A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8BA96-7380-43A8-8357-AB781A5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3865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RESPOND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17C23-7255-4D6C-AE0D-E9CE25B6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3392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Explain bounded observations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F2C54C-A161-4AF5-A7C6-79F30E5A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86250"/>
            <a:ext cx="3476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BBE221-C430-43B1-BDD1-2C0C0508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31337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ABSTAIN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2AC2BF-5E23-4760-8791-73E95265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33925"/>
            <a:ext cx="3143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Stop on weak or failed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95795-6AD0-4D05-BBC5-59BE4F52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↳ Weak evidence returns to PLAN; persisted World Model state changes a later follow-up.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8BD10E-5D99-4019-8D5F-AC3AD6A5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5574FB-FD49-4C6D-B5EF-9CAF4E6E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PROPOSED TRACK · THE AGENT THAT CAN EXPLAIN WHY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890898-D7BC-49FF-9EBC-F489EEC6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76807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B3B3E2-28E6-4282-A021-674C1BEE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25E86-581D-4526-99C7-54561AEE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SYNTHETIC DEMO  •  DRAFT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CFA7E-2064-4998-9707-F3CF856C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E4E74-FB1C-43A5-8183-06742089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04 / TECHNICAL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0DE0E-DC57-4ADB-9D73-A86F59A2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clear boundary between evidence and language.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BA854-1376-46A7-B0B3-15121EB3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The UI renders a typed result; it does not compute scientific findings.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CBEF3-4DED-4CDC-BEE5-A3E24160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33623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4CCD4-BA96-47B7-98CA-8388CFE9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E6AB7-C867-4021-8310-938331FE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&amp; provenance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64894-5EB8-492F-9A46-D0CD8CE5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29432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Synthetic typed records → Zetaris query IDs → immutable source IDs.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C58A0-E328-4B93-92B6-78FEC495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90850"/>
            <a:ext cx="33623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EC9E3-8203-4945-AC13-9C25AD85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9B97C-BB57-4578-9D07-E89BA823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 &amp; science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371E9-1AAF-4565-A117-8E31AFA6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71925"/>
            <a:ext cx="29432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Planner and verifier call deterministic Discovery; World Model stores follow-up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8157A-3207-4974-848F-3BB527D3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33623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5FE84-F87A-4DF0-AE58-68E78090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7A293A-9E09-4024-9581-55CA1949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301B7-04CC-4C60-AE4E-94C0671F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71925"/>
            <a:ext cx="29432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API result → longitudinal view, evidence panel, uncertainty and abstention.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95ABF-2A41-4406-ADCE-1FA77CF6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30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Runtime boundary: no private health data • no fabricated sponsor response • no LLM-authored measurements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D6A36-9AD2-431B-8C10-650A0309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2328A9-19A4-473B-9FC8-F8443F5C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PROPOSED TRACK · THE AGENT THAT CAN EXPLAIN WHY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93D4D5-8921-4D75-BBBF-B142C078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072965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0320B-0FDB-41D4-B80A-F795E535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795BF-2970-4DF1-BAA6-06792408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SYNTHETIC DEMO  •  DRAFT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DFF6D-8A02-404D-AFA3-9A172F6B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D439E-04CD-4234-BC43-2357AE72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05 / ZETARIS &amp; METERLESS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B02A5-2D78-4457-B73D-6CE6240E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Show what each sponsor actually does.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C7497-8D8A-43BB-91A3-439E0C3D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A proof belongs to a specific run, source mode and time window.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32A65C-BBF7-4C39-B827-169C8869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52578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EF6C8-C9C8-4AA1-B979-CB3D9389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483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DATA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D5F28-9F93-4CE5-B8E2-0B104F1C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483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Zetaris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67B0D-E42F-4F9A-9F16-C857F6F0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48387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VERIFIED LIVE for PR #13’s smaller fictional 156-row local query. The 180-day scientific path needs its own live readback and IDs.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A8D6FF-9FE9-4757-9C40-C3AC2DE9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55435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75BF5-6909-475D-8224-EE29D1C3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5124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MEMORY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A83D6-127F-450C-B83C-EB23F59A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12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Meterless World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8CFBE-E506-4532-A543-1C47C390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33825"/>
            <a:ext cx="51244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VERIFIED LOCAL: official Engine event persists and a later follow-up reads it to alter selection. Nightshift inference remains unproven.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0497D-E724-46B7-9755-E2AF931A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16DFF-2EC1-4509-91D8-26A79BFF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PROPOSED TRACK · THE AGENT THAT CAN EXPLAIN WHY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C7E3F-4042-42D6-BB95-3996C8ED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62296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28D9F-5891-49B5-BAE1-4A7AF3B6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03DC5-DA5E-4053-AF43-11996B41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SYNTHETIC DEMO  •  DRAFT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51B34-8120-4923-BFD5-19671571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5DEC7-0662-4573-933C-DE1D4746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06 / UNIQUE SPONSOR CONTRIBUTION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FBB43-343F-4B6C-98A8-746DF3B8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lineage meets persistent memory.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6D8D5-018C-445B-9C4A-B152888A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The meaningful combination is auditability across steps, not a list of logos.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6E2A1-E46D-4466-B80F-36D26967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SOURCE-BOUND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BCCF2-AE84-45BB-BECD-B972E01B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4953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retrieved row has a source ID. A scientific child has a plan and family ID. The final statement must cite the evidence that generated 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B37B0-6C19-4B00-9238-D08A1EA0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000375"/>
            <a:ext cx="9525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D584B-5657-40DA-83BA-F310A6DD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575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STATE-DEPENDENT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5FF76-EC85-4526-A08A-C2299F35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4953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World Model event survives the first run. A subsequent question reads that event and selects different work—visible in the trace.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0FA9E-F332-4B5E-9829-A3BE72A2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5AD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5AD79"/>
                </a:solidFill>
                <a:latin typeface="Arial"/>
                <a:ea typeface="Arial"/>
                <a:cs typeface="Arial"/>
              </a:rPr>
              <a:t>Nightshift and Nemotron: no inference proof in this package.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197DF-2A74-43A2-A901-7A8406D5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B2F4D-9FE9-40FB-9E3C-D7EBD296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PROPOSED TRACK · THE AGENT THAT CAN EXPLAIN WHY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C73E8-46E6-4F47-9C1A-D96EAC61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64663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54DFBF-F360-48CE-9B60-0AAF11FC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549FF-1318-4102-8215-17289E50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SYNTHETIC DEMO  •  DRAFT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61073-9EA2-430E-A287-2FAA9761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3A7259-7604-4A36-A4F2-3DD83ED8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07 / PRODUCT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943F0-AEA4-4B1F-AB81-D98F6CE9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Make the evidence legible.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0E06D-2338-4A03-BCEC-1160446C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Final browser captures must come from the accepted integrated run.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B327E-BC41-4EF0-A840-89EF6945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6762750" cy="2600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A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9F4EA-636C-4FA7-9DC7-EE68C8B1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9087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PENDING VERIFIED 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37901-9990-4A47-90BB-881D62FE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A32"/>
                </a:solidFill>
                <a:latin typeface="Arial"/>
                <a:ea typeface="Arial"/>
                <a:cs typeface="Arial"/>
              </a:rPr>
              <a:t>Desktop: energy timeline, missing days, observation / hypothesis / abstention states.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85DCB-9854-4168-89C5-012CB301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43225"/>
            <a:ext cx="4038600" cy="2600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A"/>
          </a:solidFill>
          <a:ln xmlns:a="http://schemas.openxmlformats.org/drawingml/2006/main" w="9525">
            <a:solidFill>
              <a:srgbClr val="C4D5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16382-5E93-47A5-B3B7-B7DC854E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90875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PENDING VERIFIED 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630A2-3E76-47AA-8174-76D502BB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771900"/>
            <a:ext cx="352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32A32"/>
                </a:solidFill>
                <a:latin typeface="Arial"/>
                <a:ea typeface="Arial"/>
                <a:cs typeface="Arial"/>
              </a:rPr>
              <a:t>Mobile: evidence drawer, source IDs, trace and keyboard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3966C-7CB8-4A71-9FC4-AB8D43DB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C99C4-C665-4443-8776-122FF4F3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PROPOSED TRACK · THE AGENT THAT CAN EXPLAIN WHY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B8168-1427-4CA6-841C-97BE6AAB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46019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9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1A46C2-2CA6-483E-8DBB-EDAAA9BD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6894D-97F9-4F7D-B1ED-B64C8401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B2F0D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2F0DE"/>
                </a:solidFill>
                <a:latin typeface="Arial"/>
                <a:ea typeface="Arial"/>
                <a:cs typeface="Arial"/>
              </a:rPr>
              <a:t>SYNTHETIC DEMO  •  DRAFT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0CCEE-62D4-446B-82BC-8DC70AC7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51AC3-4E13-4F2D-8BDD-579F9B00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EVIDENCE INTEGRITY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26291-7B68-43D8-AD1C-547CD388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 attractive correlation may still fail.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741E9-8097-4FE8-B3CE-49D53913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The benchmark reports opportunity, held-out failure and controls without cherry-picking.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07E54-E978-4CF0-BDA7-DDC2BAC4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33623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C112B-7A28-4629-A9EE-635D7B01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VERIFIED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AFC6F-6EFC-404B-A565-0A2756BB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84-day local science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B1BA6-D445-4A02-828F-EB5321DB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29432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Authentic Discovery returned 0 promoted candidates in both predeclared families.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869A2-14FC-4A22-8E49-688EF4F1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90850"/>
            <a:ext cx="33623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583126-8114-4B08-8363-71B96365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OFFLINE BENCHMARK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E3CEC-8D9B-453F-97BB-D6B5A7E1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180-day benchmark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9EF3F3-C8E4-47B5-B262-04DED42D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71925"/>
            <a:ext cx="29432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An opportunity seed had qualified associations; a held-out seed had no qualified energy driver.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D364E3-08C2-4ED9-B0FF-CF978241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90850"/>
            <a:ext cx="33623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4"/>
          </a:solidFill>
          <a:ln xmlns:a="http://schemas.openxmlformats.org/drawingml/2006/main" w="9525">
            <a:solidFill>
              <a:srgbClr val="3150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3D9D2-7ED4-4C0C-9211-B3329730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943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6CDB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6CDB7"/>
                </a:solidFill>
                <a:latin typeface="Arial"/>
                <a:ea typeface="Arial"/>
                <a:cs typeface="Arial"/>
              </a:rPr>
              <a:t>SCOPE 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0E284-1F6E-449E-937D-4AF18B93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2943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Negative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E0826-686E-4EEC-A8AF-0F2E8AA3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71925"/>
            <a:ext cx="29432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DE7E4"/>
                </a:solidFill>
                <a:latin typeface="Arial"/>
                <a:ea typeface="Arial"/>
                <a:cs typeface="Arial"/>
              </a:rPr>
              <a:t>Unrelated controls were not promoted in tested windows; this is not proof of universal specificity.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0ADDD-691D-4BFC-AE23-AB5EADE9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A75A8-FC73-4C40-91C0-5364A374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PROPOSED TRACK · THE AGENT THAT CAN EXPLAIN WHY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6ADF4-CECA-4547-A5A4-788D4CFF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DDE7E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DE7E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053099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466A2B-E683-486C-8436-8506C707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PHIS  /  OPEN AGENT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41779B-B973-462F-9C69-FD7D1936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SYNTHETIC DEMO  •  DRAFT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6B729-8562-43AD-A11B-B16FB0BC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9A20C-EB24-4622-B2F7-46E058D5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08 / ROADMAP &amp; IMPACT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E7134-A113-45AF-80DB-ADA8B086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From inspectable prototype to consented insight.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2D893-CD85-499B-857D-AAFF79D3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The promise is better questions and clearer limits—not a clinical outcome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377F4-D398-423E-8D01-9EBDBCA9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813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A32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3071C-7FCE-49B0-BD20-77643EC1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57525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1A6EF-4F58-4DB3-BAA2-6614BEC1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A32"/>
                </a:solidFill>
                <a:latin typeface="Arial"/>
                <a:ea typeface="Arial"/>
                <a:cs typeface="Arial"/>
              </a:rPr>
              <a:t>One synthetic investigation; auditable evidence and abstention.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1DAB2-C4BF-424D-8382-30DF84A2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EE5E0-9BA7-43D7-B114-A9694B01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8145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44168A-8607-47C5-B5D2-AE8A94EF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05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A32"/>
                </a:solidFill>
                <a:latin typeface="Arial"/>
                <a:ea typeface="Arial"/>
                <a:cs typeface="Arial"/>
              </a:rPr>
              <a:t>Finish live 180-day proof, public clean clone, Nightshift and browser acceptance.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5D451-59DF-4A46-85CF-ED045BE7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LATER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FB71C-E483-41EE-9AB6-D2116728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05375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D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F7591-A5A1-4F22-8222-883A0901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291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32A3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32A32"/>
                </a:solidFill>
                <a:latin typeface="Arial"/>
                <a:ea typeface="Arial"/>
                <a:cs typeface="Arial"/>
              </a:rPr>
              <a:t>Consented automatic ingestion, privacy controls and prospective usefulness validation.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12E4D-400E-40E9-8B8F-F6C7F593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Final submission only after founder track, rights and sponsor gates are resolved.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D36C5-D22B-4569-B709-AC45F054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330C91-36CD-4BC8-994C-0B3A79C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PROPOSED TRACK · THE AGENT THAT CAN EXPLAIN WHY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C1B2D-2914-4C87-8303-39C85921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  <a:lvl1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1pPr>
            <a:lvl2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2pPr>
            <a:lvl3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3pPr>
            <a:lvl4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4pPr>
            <a:lvl5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5pPr>
            <a:lvl6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6pPr>
            <a:lvl7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7pPr>
            <a:lvl8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8pPr>
            <a:lvl9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71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64387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2026-10-23T16:49:25.3580000Z</dcterms:created>
  <dcterms:modified xsi:type="dcterms:W3CDTF">2026-10-23T16:49:25.3580000Z</dcterms:modified>
</coreProperties>
</file>